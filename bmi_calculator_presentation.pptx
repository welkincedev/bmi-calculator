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4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BMI Calculator App</a:t>
            </a:r>
          </a:p>
          <a:p>
            <a:pPr>
              <a:spcBef>
                <a:spcPts val="1500"/>
              </a:spcBef>
              <a:defRPr sz="2200">
                <a:solidFill>
                  <a:srgbClr val="E6FFFA"/>
                </a:solidFill>
                <a:latin typeface="Segoe UI"/>
              </a:defRPr>
            </a:pPr>
            <a:r>
              <a:rPr dirty="0"/>
              <a:t>A Modern Flutter, </a:t>
            </a:r>
            <a:r>
              <a:rPr dirty="0" err="1"/>
              <a:t>Riverpod</a:t>
            </a:r>
            <a:r>
              <a:rPr dirty="0"/>
              <a:t> &amp; </a:t>
            </a:r>
            <a:r>
              <a:rPr dirty="0" err="1"/>
              <a:t>SharedPreferences</a:t>
            </a:r>
            <a:r>
              <a:rPr dirty="0"/>
              <a:t> Application</a:t>
            </a:r>
          </a:p>
          <a:p>
            <a:pPr>
              <a:spcBef>
                <a:spcPts val="50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rPr dirty="0"/>
              <a:t>Developer &amp; Architecture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F766E"/>
                </a:solidFill>
                <a:latin typeface="Segoe UI"/>
              </a:defRPr>
            </a:pPr>
            <a:r>
              <a:t>Product Vision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Simplify Health Tracking: Empower users to monitor their BMI easily using standard height &amp; weight dimensions.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Interactive Design: Leverage sliders &amp; steppers for clean, fluid input operations.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Offline-First Caching: Ensure absolute convenience by persisting data directly to user's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F766E"/>
                </a:solidFill>
                <a:latin typeface="Segoe UI"/>
              </a:defRPr>
            </a:pPr>
            <a:r>
              <a:t>Core Value Proposition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Dynamic WHO Thresholds: Real-time visual feedback with orange, green, and red alerts corresponding to weight category.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Zero Latency database interactions: Operations execute instantly on local hardware without cloud delays.</a:t>
            </a:r>
          </a:p>
          <a:p>
            <a:pPr>
              <a:spcBef>
                <a:spcPts val="1000"/>
              </a:spcBef>
              <a:defRPr sz="1400">
                <a:solidFill>
                  <a:srgbClr val="323232"/>
                </a:solidFill>
                <a:latin typeface="Segoe UI"/>
              </a:defRPr>
            </a:pPr>
            <a:r>
              <a:t>• Premium Visuals: Clean Material 3 cards, rounded corners, clear spacing, and modern typography hierarchy.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Segoe UI"/>
              </a:defRPr>
            </a:pPr>
            <a:r>
              <a:t>Technical Stack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Frontend &amp; UI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Flutter Framework: Enables cross-platform rendering (iOS, Android, Web, Windows).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Dart Language: Strong types and null-safety ensure runtime stability.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Material 3 Design: Built with card elevations, seed colors, and modern rounded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State &amp; Logic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Riverpod State: Replaces traditional Provider for safer, compile-time checked state.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Separation of Concerns: Separate models keep logic completely decoupled from view layer.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BMINotifier: Central engine handling weight/height steps, BMI formula, and history dispatching.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Local Storage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SharedPreferences: Asynchronous persistence API.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JSON Serializer: Encodes health models into JSON strings for local memory block saving.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Reverse Chronology: Injected items automatically prepended to display latest logs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Segoe UI"/>
              </a:defRPr>
            </a:pPr>
            <a:r>
              <a:t>Core App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554480" y="19202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Splash &amp; Route</a:t>
            </a:r>
          </a:p>
          <a:p>
            <a:pPr algn="ctr">
              <a:spcBef>
                <a:spcPts val="500"/>
              </a:spcBef>
              <a:defRPr sz="1200">
                <a:solidFill>
                  <a:srgbClr val="323232"/>
                </a:solidFill>
                <a:latin typeface="Segoe UI"/>
              </a:defRPr>
            </a:pPr>
            <a:r>
              <a:t>Loads application, pre-fetches local database cache, and redirects to home workspace in 2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97680" y="19202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Dynamic Input</a:t>
            </a:r>
          </a:p>
          <a:p>
            <a:pPr algn="ctr">
              <a:spcBef>
                <a:spcPts val="500"/>
              </a:spcBef>
              <a:defRPr sz="1200">
                <a:solidFill>
                  <a:srgbClr val="323232"/>
                </a:solidFill>
                <a:latin typeface="Segoe UI"/>
              </a:defRPr>
            </a:pPr>
            <a:r>
              <a:t>Utilizes slider bars for height values (120-220 cm) and incremental weight steppers for instant adjustment.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40880" y="19202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Logic Engine</a:t>
            </a:r>
          </a:p>
          <a:p>
            <a:pPr algn="ctr">
              <a:spcBef>
                <a:spcPts val="500"/>
              </a:spcBef>
              <a:defRPr sz="1200">
                <a:solidFill>
                  <a:srgbClr val="323232"/>
                </a:solidFill>
                <a:latin typeface="Segoe UI"/>
              </a:defRPr>
            </a:pPr>
            <a:r>
              <a:t>State changes fire the BMI formula, categorizing health status into Underweight, Normal, Overweight, or Obese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0" y="19202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History log</a:t>
            </a:r>
          </a:p>
          <a:p>
            <a:pPr algn="ctr">
              <a:spcBef>
                <a:spcPts val="500"/>
              </a:spcBef>
              <a:defRPr sz="1200">
                <a:solidFill>
                  <a:srgbClr val="323232"/>
                </a:solidFill>
                <a:latin typeface="Segoe UI"/>
              </a:defRPr>
            </a:pPr>
            <a:r>
              <a:t>Maintains persistent records. Supports clearing records via a modal confirmation alert dialog.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Segoe UI"/>
              </a:defRPr>
            </a:pPr>
            <a:r>
              <a:t>Codebase Architecture &amp; File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766E"/>
                </a:solidFill>
                <a:latin typeface="Segoe UI"/>
              </a:defRPr>
            </a:pPr>
            <a:r>
              <a:t>Data Models &amp; Core Logic Providers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lib/main.dart - Setup global ProviderScope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lib/model/bmi_model.dart - Immutable BMI state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lib/model/history_model.dart - Serialization models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lib/provider/bmi_provider.dart - Inputs &amp; calculation logic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lib/provider/history_provider.dart - Local history CRUD notifier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lib/services/shared_pref_service.dart - SharedPreferences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766E"/>
                </a:solidFill>
                <a:latin typeface="Segoe UI"/>
              </a:defRPr>
            </a:pPr>
            <a:r>
              <a:t>UI Pages &amp; Custom Widgets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lib/screens/splash_screen.dart - Animated splash screen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lib/screens/main_screen.dart - Bottom navigation bar setup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lib/screens/home_screen.dart - UI workspace layouts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lib/screens/history_screen.dart - History listing &amp; delete options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lib/widgets/height_card.dart &amp; weight_card.dart - Slider/stepper custom UI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lib/widgets/result_card.dart &amp; history card.dart - Status card widgets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1. Multi-Device Sync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Cloud Firestore database support integration.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Firebase User Authentication (Google/Email signup).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Backup weight logs securely in the cloud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2. Data Visualization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Implement weekly and monthly line charts.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Visualize health trends over time.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Integrate flutter fl_chart package to draw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766E"/>
                </a:solidFill>
                <a:latin typeface="Segoe UI"/>
              </a:defRPr>
            </a:pPr>
            <a:r>
              <a:t>3. Advanced Metrics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Add Basal Metabolic Rate (BMR) parameters.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Add body fat percentage algorithms.</a:t>
            </a:r>
          </a:p>
          <a:p>
            <a:pPr>
              <a:spcBef>
                <a:spcPts val="800"/>
              </a:spcBef>
              <a:defRPr sz="1300">
                <a:solidFill>
                  <a:srgbClr val="323232"/>
                </a:solidFill>
                <a:latin typeface="Segoe UI"/>
              </a:defRPr>
            </a:pPr>
            <a:r>
              <a:t>• Include Dark Theme toggling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644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Welkince Clair</cp:lastModifiedBy>
  <cp:revision>2</cp:revision>
  <dcterms:created xsi:type="dcterms:W3CDTF">2013-01-27T09:14:16Z</dcterms:created>
  <dcterms:modified xsi:type="dcterms:W3CDTF">2026-07-07T06:13:52Z</dcterms:modified>
  <cp:category/>
</cp:coreProperties>
</file>